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Agent 的未来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由 FastClaw 自动生成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什么是 AI Agent？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AI Agent 是能够感知环境、进行推理、做出决策并执行任务的智能体。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 Agent 的核心能力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自主规划 (Planning)</a:t>
            </a:r>
          </a:p>
          <a:p>
            <a:r>
              <a:t>- 工具调用 (Tool Use)</a:t>
            </a:r>
          </a:p>
          <a:p>
            <a:r>
              <a:t>- 记忆存储 (Memory)</a:t>
            </a:r>
          </a:p>
          <a:p>
            <a:r>
              <a:t>- 持续学习 (Learning)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